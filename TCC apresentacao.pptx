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2" r:id="rId4"/>
    <p:sldId id="268" r:id="rId5"/>
    <p:sldId id="269" r:id="rId6"/>
    <p:sldId id="267" r:id="rId7"/>
    <p:sldId id="270" r:id="rId8"/>
    <p:sldId id="271" r:id="rId9"/>
    <p:sldId id="275" r:id="rId10"/>
    <p:sldId id="276" r:id="rId11"/>
    <p:sldId id="277" r:id="rId12"/>
    <p:sldId id="272" r:id="rId13"/>
    <p:sldId id="273" r:id="rId14"/>
    <p:sldId id="274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5A2"/>
    <a:srgbClr val="132E15"/>
    <a:srgbClr val="709D6E"/>
    <a:srgbClr val="143116"/>
    <a:srgbClr val="112B13"/>
    <a:srgbClr val="FFFFFF"/>
    <a:srgbClr val="245D21"/>
    <a:srgbClr val="7DA97B"/>
    <a:srgbClr val="5A8C57"/>
    <a:srgbClr val="3F7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0C5B3-01F7-4CE0-AE53-4590544C2E92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A506B-B410-4351-B737-CE2B1D6AD1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47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E6CA8-A592-F9AF-F48A-8BE4EDD83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23952-CF3D-2CAD-F8B8-D7695E4A6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6D0EBB-FA56-EA45-FC26-AF40E5CE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53CEC-5EF6-41AB-A901-A98C4A4AD1D5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75CF26-3D14-172F-19FE-62D63B29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9A1114-313F-CF5B-BD1E-FF211657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1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99EA2-F4A9-D583-8D91-E5E0B45F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BCBE87-A559-3664-6375-FBEF73715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6F36DB-0EBD-91E5-47BA-464BE95D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C899-C6A8-407A-8E2C-7951ABEE5B40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C3BB2D-117A-C26A-D8E1-E14AF215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2ADF30-CCFB-3EDA-A600-0F7E385A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9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1E859-4EE2-8203-9268-82FAB2F6E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AE098-AB7C-9DD9-A016-72ADC96A9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E95BBE-D71F-FFC5-E040-2A35BFAF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269C-9A76-4BE8-B407-69599450E627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F76E92-000B-EB74-606B-221B80DA3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DFED4-FE5D-82D4-015B-144317BF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1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3F100-D146-59CA-2904-C0F4A3D9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0C480-E59C-A75D-9D1C-04E6AEEEE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2203E6-8A9E-56B7-D763-207021482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DD481E-FC66-1289-8989-DE772EFA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AA0D-97DE-4625-BF51-2034AF438BEC}" type="datetime1">
              <a:rPr lang="pt-BR" smtClean="0"/>
              <a:t>11/11/2025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AF2BCF-C128-438B-5177-699A629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2D27E2-0CE0-B6D1-20C6-B15785A6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78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D8605-3274-C2D5-2D6E-D6102D51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3765FC-8124-46C7-6809-164D4CDA1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1DE7D-0941-1FCE-D312-E65000A3C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696D080-B268-20E8-3D0D-D3837C528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7EFE9F-8607-9F87-2C80-6C0353527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488721-FC5F-2727-7F05-3AA69E50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425DC-CCE1-40D4-A31C-691AB84869EA}" type="datetime1">
              <a:rPr lang="pt-BR" smtClean="0"/>
              <a:t>11/11/2025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E27FEB-7646-445E-1D31-37912D83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378EBB-7694-B078-5536-869D69D7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30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371A1-9D6B-A478-9E0C-C02489C5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53D753-29D1-6785-C40A-ADC137E5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0553-7A77-4919-8F05-05B3DD432E15}" type="datetime1">
              <a:rPr lang="pt-BR" smtClean="0"/>
              <a:t>11/11/2025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8E8CB08-188B-C365-4A43-88E6D759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22019F-AF0F-A74D-857B-42591352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3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C024AC-3AE9-BA4D-9680-E85C9717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64D33-D10B-4BDE-9F1A-053AFF6D9334}" type="datetime1">
              <a:rPr lang="pt-BR" smtClean="0"/>
              <a:t>11/11/2025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CAE55A-BA16-0A46-5B93-B56F12AC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193E3D-D6A6-603D-46BB-F032B184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0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81C5F-3B65-F8E5-083A-16C7A16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131439-EEED-D4FA-F3BB-98B9925C8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9CD3FA-41F6-47CD-5DAD-00FAD0604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7C3611-2037-069E-A168-99F2D5B8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395D-7758-42C9-8F72-C6EECFB5EE67}" type="datetime1">
              <a:rPr lang="pt-BR" smtClean="0"/>
              <a:t>11/11/2025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F56012-A3EA-A5F6-744D-DC5918C2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0E5F2B-D728-4688-38D9-99C193C6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53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FB7F4-25C6-870F-9913-AF060E5F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0A1FDAA-CDA0-F853-5BB2-617B5B63A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B90FC0-82A2-6251-9B68-468CE671B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25F3AE-045A-4885-7CB2-5981EB58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1897-6AC9-4AA4-B9ED-B8E4D226AE3E}" type="datetime1">
              <a:rPr lang="pt-BR" smtClean="0"/>
              <a:t>11/11/2025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973346-4685-4AE1-DE98-69E4E827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1D7212-9BB4-5608-66F3-0E38A9FE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466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A9752-1BE4-B04D-4FC4-46AEF394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4210A3-D991-2D42-8F45-D9047D615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D84485-B2B5-52CA-33D4-464EB202D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2DCC-8FA9-470F-88F0-DE1F937A6619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81D5B8-48CA-9BEF-9F7B-6350177F0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831EA8-C969-A370-3594-51DAEE32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133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018AE1-1847-3C02-3EA0-A23AFBAC0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B67361-D96B-1C5F-F457-62073DE3A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64D813-D4D8-80F5-EA87-219625B3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45CFF-DBC7-4D53-981C-A133F454BACF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4A62BA-E71B-BA40-5CF1-3DA89ADF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2025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F57DF8-D370-1690-56EC-3F19D224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43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E8523B-830A-E8E1-6391-FDADE190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11C59E-F976-AF5C-8C6C-FE4E3C3A3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476AEC-209B-0F54-EF7E-94FAD112A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463A6-43BF-4493-BA21-10D5918A4C80}" type="datetime1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E92F1A-33BF-8D7C-1684-F1379718A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2025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EA14AB-27D8-0081-2384-D05D78BD9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9A5BC-1C96-486F-BBD9-D9EFBB174F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98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2500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isósceles 9">
            <a:extLst>
              <a:ext uri="{FF2B5EF4-FFF2-40B4-BE49-F238E27FC236}">
                <a16:creationId xmlns:a16="http://schemas.microsoft.com/office/drawing/2014/main" id="{2C3FADEE-A088-2B74-7D3E-EEC9A7528503}"/>
              </a:ext>
            </a:extLst>
          </p:cNvPr>
          <p:cNvSpPr/>
          <p:nvPr/>
        </p:nvSpPr>
        <p:spPr>
          <a:xfrm rot="276372">
            <a:off x="6895676" y="-1676641"/>
            <a:ext cx="6257925" cy="9521149"/>
          </a:xfrm>
          <a:prstGeom prst="triangle">
            <a:avLst/>
          </a:prstGeom>
          <a:solidFill>
            <a:srgbClr val="7DA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Triângulo isósceles 10">
            <a:extLst>
              <a:ext uri="{FF2B5EF4-FFF2-40B4-BE49-F238E27FC236}">
                <a16:creationId xmlns:a16="http://schemas.microsoft.com/office/drawing/2014/main" id="{5B87E2A0-9813-DD0D-0437-52F6F1B9215C}"/>
              </a:ext>
            </a:extLst>
          </p:cNvPr>
          <p:cNvSpPr/>
          <p:nvPr/>
        </p:nvSpPr>
        <p:spPr>
          <a:xfrm rot="17615661">
            <a:off x="5999384" y="-4157072"/>
            <a:ext cx="6257925" cy="9521149"/>
          </a:xfrm>
          <a:prstGeom prst="triangle">
            <a:avLst/>
          </a:prstGeom>
          <a:solidFill>
            <a:srgbClr val="5A8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riângulo isósceles 11">
            <a:extLst>
              <a:ext uri="{FF2B5EF4-FFF2-40B4-BE49-F238E27FC236}">
                <a16:creationId xmlns:a16="http://schemas.microsoft.com/office/drawing/2014/main" id="{31F20F39-F9AC-4641-5BA0-0A8A5227A25E}"/>
              </a:ext>
            </a:extLst>
          </p:cNvPr>
          <p:cNvSpPr/>
          <p:nvPr/>
        </p:nvSpPr>
        <p:spPr>
          <a:xfrm rot="17002917">
            <a:off x="5999383" y="-4760574"/>
            <a:ext cx="6257925" cy="9521149"/>
          </a:xfrm>
          <a:prstGeom prst="triangle">
            <a:avLst/>
          </a:prstGeom>
          <a:solidFill>
            <a:srgbClr val="3F7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345CBA6F-92F1-7EA6-430D-35ED36E2BA4F}"/>
              </a:ext>
            </a:extLst>
          </p:cNvPr>
          <p:cNvSpPr/>
          <p:nvPr/>
        </p:nvSpPr>
        <p:spPr>
          <a:xfrm rot="451089">
            <a:off x="9274627" y="-3800876"/>
            <a:ext cx="6257925" cy="9521149"/>
          </a:xfrm>
          <a:prstGeom prst="triangle">
            <a:avLst/>
          </a:prstGeom>
          <a:solidFill>
            <a:srgbClr val="122F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Triângulo isósceles 3">
            <a:extLst>
              <a:ext uri="{FF2B5EF4-FFF2-40B4-BE49-F238E27FC236}">
                <a16:creationId xmlns:a16="http://schemas.microsoft.com/office/drawing/2014/main" id="{4252BACF-EBE4-234B-EEB2-99FC22578D12}"/>
              </a:ext>
            </a:extLst>
          </p:cNvPr>
          <p:cNvSpPr/>
          <p:nvPr/>
        </p:nvSpPr>
        <p:spPr>
          <a:xfrm rot="451089">
            <a:off x="7351484" y="-2039499"/>
            <a:ext cx="6257925" cy="9521149"/>
          </a:xfrm>
          <a:prstGeom prst="triangle">
            <a:avLst/>
          </a:prstGeom>
          <a:solidFill>
            <a:srgbClr val="245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3AD79F2-E2A0-6C27-7E1D-5CD27B365BBD}"/>
              </a:ext>
            </a:extLst>
          </p:cNvPr>
          <p:cNvSpPr txBox="1"/>
          <p:nvPr/>
        </p:nvSpPr>
        <p:spPr>
          <a:xfrm>
            <a:off x="574794" y="3725618"/>
            <a:ext cx="61376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122F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DESENVOLVIMENTO DE UM  SISTEMA DE CONTROLE PARA UMA PLATAFORMA DE STEWART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FA13889-2BA7-E1BA-25C6-D08C29469C7B}"/>
              </a:ext>
            </a:extLst>
          </p:cNvPr>
          <p:cNvSpPr txBox="1"/>
          <p:nvPr/>
        </p:nvSpPr>
        <p:spPr>
          <a:xfrm>
            <a:off x="271691" y="5534745"/>
            <a:ext cx="7002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rgbClr val="122F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Guilherme Miyata Meirelles</a:t>
            </a:r>
          </a:p>
          <a:p>
            <a:r>
              <a:rPr lang="pt-PT" sz="2200" dirty="0">
                <a:solidFill>
                  <a:srgbClr val="122F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Prof. Anderson Kenji Hirata</a:t>
            </a:r>
          </a:p>
          <a:p>
            <a:r>
              <a:rPr lang="pt-PT" sz="2200" dirty="0">
                <a:solidFill>
                  <a:srgbClr val="122F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Prof. Carlos Eduardo Oliveira da Silva</a:t>
            </a:r>
            <a:endParaRPr lang="pt-BR" sz="2200" dirty="0">
              <a:solidFill>
                <a:srgbClr val="122F1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1839168B-CFE7-C6E6-77AC-F46CDB3E4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1030" y="5110613"/>
            <a:ext cx="3326176" cy="90020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DBA79883-4C50-2B18-FA18-A0F79B858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62" b="98178" l="8730" r="89683">
                        <a14:foregroundMark x1="67725" y1="9339" x2="51852" y2="8656"/>
                        <a14:foregroundMark x1="56085" y1="9339" x2="72487" y2="7517"/>
                        <a14:foregroundMark x1="72487" y1="7517" x2="74339" y2="7745"/>
                        <a14:foregroundMark x1="25397" y1="92255" x2="34656" y2="91344"/>
                        <a14:foregroundMark x1="26984" y1="95900" x2="26984" y2="98405"/>
                        <a14:foregroundMark x1="8995" y1="21412" x2="9259" y2="20501"/>
                        <a14:foregroundMark x1="9788" y1="19134" x2="9524" y2="16856"/>
                        <a14:foregroundMark x1="8995" y1="17995" x2="8730" y2="17540"/>
                        <a14:backgroundMark x1="79894" y1="5467" x2="92063" y2="6834"/>
                        <a14:backgroundMark x1="74339" y1="35308" x2="73810" y2="34852"/>
                        <a14:backgroundMark x1="16667" y1="30524" x2="16667" y2="30524"/>
                        <a14:backgroundMark x1="16402" y1="30068" x2="16402" y2="300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29252" y="215259"/>
            <a:ext cx="2887203" cy="3352698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9EF8CD8D-12B8-4F91-385B-DA9DEADEA4C9}"/>
              </a:ext>
            </a:extLst>
          </p:cNvPr>
          <p:cNvSpPr txBox="1"/>
          <p:nvPr/>
        </p:nvSpPr>
        <p:spPr>
          <a:xfrm>
            <a:off x="9506129" y="6323101"/>
            <a:ext cx="9151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19296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F8DE9-9E1E-5681-C2C8-691BF858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7A806DBC-4855-538D-19FF-0752E2B52944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C1206BC-4D08-12A9-C5C0-31E46BDB9AC8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5C6200-59C2-4615-D564-44A3CF30AA2A}"/>
              </a:ext>
            </a:extLst>
          </p:cNvPr>
          <p:cNvSpPr/>
          <p:nvPr/>
        </p:nvSpPr>
        <p:spPr>
          <a:xfrm>
            <a:off x="2448254" y="1011794"/>
            <a:ext cx="8945460" cy="4638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8560C254-598A-49E0-02F2-2B9CCF09A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764454-F917-07E5-7E37-33264E0D07E0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F2FD897-A314-164A-CFD1-421EBDF28BA2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F07535D-4AC8-A8A5-77C1-6080611162BB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5BC1B-50F5-60F3-077D-4518EF38F2BE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4127503-0DFC-0F9B-B300-4606E713ECCB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A2B5E02-8A44-86CD-A9AB-3CFC666C2616}"/>
              </a:ext>
            </a:extLst>
          </p:cNvPr>
          <p:cNvSpPr txBox="1"/>
          <p:nvPr/>
        </p:nvSpPr>
        <p:spPr>
          <a:xfrm>
            <a:off x="62716" y="657851"/>
            <a:ext cx="2196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4B3EEFE-3CE0-3496-AA69-120B5CBF3D8D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31BCF777-B8D2-4986-B86F-304ECA92A8D5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1139980-DC19-59BF-ECE0-E08D02505AF1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C9410422-5D45-C501-8886-A1AE1771F8CF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097553F5-8F1B-7C28-9D3D-688915E974B8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5EBC6677-6DA8-9BA8-1056-3BB1AF5E3065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88C953AE-2593-E807-C21B-4DBD8DCB1381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287B7C36-2D34-1F0B-995A-A386AFA728BC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ECB49FF-8C71-5BC3-8077-E91E7BD64949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CA9962F9-7F3A-8243-63F7-340819AEF017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A0023779-0B5A-5F3A-577E-AAB567A4A3C5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A28E5A5-E458-77E1-610C-4CC450445C3D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35D2920E-A740-26A0-6DA0-9E72E9C9834F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A324CA57-28CE-BB2C-8E34-AF650D2146A2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0D12942F-6E36-C51F-2FBA-8BA254953E5D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F4397F1C-DA5A-D5A0-067C-233A0F9F67DD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F84EF30-C318-8DBE-C4E2-1A364FE6E0D7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F525D8E4-AB1B-BE83-646F-A6542F1E02B3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4019C436-9AA9-D423-F864-D9C3B271DF9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DEB1AE95-ECE9-5C2F-4A6D-4443806F6EDD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B826D299-244E-60F4-2A25-9D4D02EA0735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F5C3901-47DE-E8B8-254F-8F18BD6DE2D2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7DF52958-5762-DB76-D424-3B574BCCD837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0894ADCE-8FB8-2A36-A92F-D3E6A3782737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FCC4C75-E41E-09A2-845D-02381CBAD0F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08B5A737-DDFC-FE8D-CF43-12CBBBBF0913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33D354FD-EA80-7880-E96C-37AB23600C8B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B46932C3-94E6-27AC-F657-A7DB4AF7A35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7E7FC418-EAAB-1B07-6C0F-E9061387E99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942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BE22B-1BF6-9B76-F0E8-18DBC23C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6BAF1103-FB20-9B01-5B09-2F62166EFCEF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BF6BDB3-CFB2-217D-1B2D-FCAF748E841B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C8FF6F9-7DCE-6F09-50F4-5D1A54A95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8A49BD-BBF3-C9F2-126B-F6919905234A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F033DDA-2933-9B99-70C2-814DADE11041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7F5D84-B3F3-0AFA-9034-C123FD7C9DC2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A90EDE0-EF6A-6F7F-C487-1415B459912A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03ACCF6-A1F5-E453-35C2-D6B9D8E8EC0B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912EABB-851B-A332-38E8-0F669E92252D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EFA1963-CF47-4E30-2B66-9430B9E937AC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89CA403-0408-E2AD-B9E9-1BD62322FEBE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38DC334-7F7A-C97B-12B1-43C70189F16A}"/>
              </a:ext>
            </a:extLst>
          </p:cNvPr>
          <p:cNvSpPr/>
          <p:nvPr/>
        </p:nvSpPr>
        <p:spPr>
          <a:xfrm>
            <a:off x="1539225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1009C41E-5621-11E3-841E-646E4AF919BC}"/>
              </a:ext>
            </a:extLst>
          </p:cNvPr>
          <p:cNvSpPr/>
          <p:nvPr/>
        </p:nvSpPr>
        <p:spPr>
          <a:xfrm>
            <a:off x="1724374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8773B9E-3DD2-75BF-699A-1551ED9BCEEF}"/>
              </a:ext>
            </a:extLst>
          </p:cNvPr>
          <p:cNvSpPr/>
          <p:nvPr/>
        </p:nvSpPr>
        <p:spPr>
          <a:xfrm>
            <a:off x="1909523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AB376558-CD47-6154-BF27-9041629A0855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39984A7B-DE08-E007-7102-C6C9F84AC7C7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7C7A31A3-21A0-7E5D-6DAA-27CDAE0F0427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C2061064-701A-98EB-2CA9-C833E27FFAE8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F3FEF0F-4CAA-1C1B-C90E-F57B01449166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25437C2-E87C-D78B-BB92-D88F38716386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C79C6DF7-EB78-FC22-5E95-AB70A9D554D6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AF0423E1-CBFB-C4D3-8F31-115D63146DEF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D210B42A-D37C-1151-0EA6-434048BC60C1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5276910-4A05-C854-27E6-4324A8A471C8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C7457777-A368-9034-1506-DDA1BDB383BE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FD621749-9B63-F6F1-4256-EC46B86A707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1FBB5318-D50D-54B9-18E3-B30879DCDBFF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364ADCA6-EB95-8785-41D9-DD7E93F0878B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858A463-4F24-F440-9A1C-8C6DA917D485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969088DF-CE50-C187-2AB8-F582290E133B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047F6348-05BE-9A00-8281-E7625828E850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33F0C1DE-D238-7F91-E8E4-8DE42E2D732A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5B359AA2-3660-E974-0EA1-4DBDF4CBE10C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5451A8A3-343F-2B61-E63D-87E522ECEB81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F3F13AFC-E229-1EEF-4281-AE5E6E2F7B76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94E01972-7CEA-A567-05ED-EE1B5C9EC7E0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1A44B241-D947-9B36-55EA-3F5C0343F1CA}"/>
              </a:ext>
            </a:extLst>
          </p:cNvPr>
          <p:cNvSpPr/>
          <p:nvPr/>
        </p:nvSpPr>
        <p:spPr>
          <a:xfrm>
            <a:off x="3282348" y="1012456"/>
            <a:ext cx="8111366" cy="45719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2D7B9A-F827-59BB-F355-5D9D54A0F72A}"/>
              </a:ext>
            </a:extLst>
          </p:cNvPr>
          <p:cNvSpPr txBox="1"/>
          <p:nvPr/>
        </p:nvSpPr>
        <p:spPr>
          <a:xfrm>
            <a:off x="62716" y="657851"/>
            <a:ext cx="3219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87274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3AD3A-3E19-9920-4E1C-B989E1F6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08B4BAF6-E238-C6B5-2094-51BC80739C3B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0DCF6DE2-CB7F-8060-0ABB-1748617A376B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7CF2D683-9319-4CC1-F5FE-ED1D1453F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AC372E-63FB-0D05-ED1D-AEABF0B365EF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DD1FA81-27DF-268A-631E-BEA656906361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7AE9778-3D0C-728F-B839-13E43CAFFE20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30EE868-2849-991A-396C-1764C9DBA85D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7C68AC7-6C4C-3BD2-F680-AD61D919124A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A195B6F-C838-A4FF-4208-F7A90EC1AB24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DBC012C1-86A1-66CA-599C-8FBB8C2DA957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8ACC367-4183-D4EA-B029-87B3B9B5B102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69ED51A-5C45-6022-076B-B6627F0193AE}"/>
              </a:ext>
            </a:extLst>
          </p:cNvPr>
          <p:cNvSpPr/>
          <p:nvPr/>
        </p:nvSpPr>
        <p:spPr>
          <a:xfrm>
            <a:off x="1539225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470C30B0-8760-CD0B-8038-4F3694A41487}"/>
              </a:ext>
            </a:extLst>
          </p:cNvPr>
          <p:cNvSpPr/>
          <p:nvPr/>
        </p:nvSpPr>
        <p:spPr>
          <a:xfrm>
            <a:off x="1724374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5112713-C94C-B415-D82C-EAD57C95FCBB}"/>
              </a:ext>
            </a:extLst>
          </p:cNvPr>
          <p:cNvSpPr/>
          <p:nvPr/>
        </p:nvSpPr>
        <p:spPr>
          <a:xfrm>
            <a:off x="1909523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D293BF84-5287-484E-43D2-892A923F425E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4E1168A6-4FCB-42A0-3A4B-CAB4B8F07C78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50E78DA3-99EC-5338-87F6-A1B400691E1D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8D8EC2C0-91CA-4251-6688-E557965A3915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10311EF-5418-C423-4D1E-9E0B4DEA56B3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41AF10EF-0D58-23B1-4E6C-1F92752E1992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8E5C80ED-E913-3C02-FC64-69DBF1559A2B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875E0F2B-0E30-3B5E-D2BD-78700ECAF2EA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BE826A31-736E-D628-7180-05C034DF591D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7468F56-CCC5-3153-8927-C271598DEC19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294F7D7E-FF15-8135-98DA-14E3BB843450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F2F078D0-4707-1765-EB74-1684E702253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123C04BD-F115-7027-FF47-23F8A2BEE330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D4EB768F-3A93-477E-0A87-F5C61D4E24CE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FF7040AA-855B-3B67-0CD6-610238D7B9A0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C536A94F-DA2D-A248-E5F1-8E954D013DB8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01478C8F-5439-A28D-FEB4-22DCB601BAFB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7A8FE3DB-149A-8E82-DF8D-3EAA9B67692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93335DFA-B798-BA36-B941-AE6AF8E58242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081419AB-216F-4DC1-042B-00C187AD672C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6291364F-EC8B-FF7E-96A9-4DC5CBE2CE72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F7870F7E-22F5-FAA8-D81C-F54D6BCB8EE9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E2B77B77-9BD4-A4DF-812A-26C8BF8D7A87}"/>
              </a:ext>
            </a:extLst>
          </p:cNvPr>
          <p:cNvSpPr/>
          <p:nvPr/>
        </p:nvSpPr>
        <p:spPr>
          <a:xfrm>
            <a:off x="3282348" y="1012456"/>
            <a:ext cx="8111366" cy="45719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E08FD1-A7BC-5BF8-9475-4CA5500DB6B2}"/>
              </a:ext>
            </a:extLst>
          </p:cNvPr>
          <p:cNvSpPr txBox="1"/>
          <p:nvPr/>
        </p:nvSpPr>
        <p:spPr>
          <a:xfrm>
            <a:off x="62716" y="657851"/>
            <a:ext cx="3219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73365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8F1E0-4956-0394-67BA-5DA1BD52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EFC0A478-C798-79F0-10E4-5C58F8FE3F90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8751371-13F5-2052-B1EC-72E4C2EA9193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6229C0F8-1163-87FF-F14D-EBE369577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42BBED-C25A-5009-CB8D-C82D627F859B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DA680D7-823B-8590-03D2-7884CFA9B683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2FE7E55-8A9D-BF95-8816-FC7B4258FF92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75AA8DC-2222-6562-41CA-46C261CE86FA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7AEBC04-C91A-9C12-63A8-7E07A3B3242D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A5E0DD1-E403-D422-C94B-22A2338765CE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683B94D3-31B6-6C4C-688E-6C368730C2BB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05F1B37-0164-02EF-B8EE-FCBE46D3B924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6DE09F2-0BAA-A9DC-A8B6-0C698FD6FB6B}"/>
              </a:ext>
            </a:extLst>
          </p:cNvPr>
          <p:cNvSpPr/>
          <p:nvPr/>
        </p:nvSpPr>
        <p:spPr>
          <a:xfrm>
            <a:off x="1539225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2B4BDD33-A779-AE18-D070-C7A5D5453C45}"/>
              </a:ext>
            </a:extLst>
          </p:cNvPr>
          <p:cNvSpPr/>
          <p:nvPr/>
        </p:nvSpPr>
        <p:spPr>
          <a:xfrm>
            <a:off x="1724374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A2EEEC0-188A-148E-E272-F363F1B54E40}"/>
              </a:ext>
            </a:extLst>
          </p:cNvPr>
          <p:cNvSpPr/>
          <p:nvPr/>
        </p:nvSpPr>
        <p:spPr>
          <a:xfrm>
            <a:off x="1909523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28E55325-541A-632D-9D45-3034964C7EB4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4B9F552E-268F-364F-7A4A-8DC721E9E44C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CD34738F-F475-389E-13D3-EF2A3A9FD69A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082AD28B-F8A3-CB0D-3C73-1F1DA02E2717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1F811FD-5459-2429-C0E8-894E73E019A3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19CF394C-D435-71A2-26C5-EF30825823AD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22728CCA-3AB4-0C0F-A9C9-03F9929DC0E6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7838B5B9-3D69-DB65-2B30-5AA4EDCCF037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260176B8-2E84-BB76-8DA5-F96DF1832CFE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DCDF567-677D-3A01-2B42-1F3D96BB75C5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0C47CF2D-0D59-63DF-E651-F99796BAC9BD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446C044C-A15F-F3BB-36C2-193C8D76E4D6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A5545DCF-12A1-BD94-3DDF-82DCD923F02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F005DE9-BC36-B365-CE10-AAFC7F645C87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30E57821-400B-D115-4E57-F1287155B854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66DE9C7B-3C39-E69C-F166-7276AEAB0D19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AD2E4DD4-A782-B3A2-14F0-40914EAC850B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FA211E73-AC14-4549-400F-A40A2CFD68BB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722F8B56-5087-FD18-2F2B-57309BBE0DA4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6021808C-CA1A-C969-CDC1-63C94D706F58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F3CD2A0E-0D70-6E64-603A-84ED97E4E1CA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4132B47E-F937-C39D-2A95-1239314A33DF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1D0A7D37-E015-0A3A-5CCA-2A5D8F0BB9CA}"/>
              </a:ext>
            </a:extLst>
          </p:cNvPr>
          <p:cNvSpPr/>
          <p:nvPr/>
        </p:nvSpPr>
        <p:spPr>
          <a:xfrm>
            <a:off x="3282348" y="1012456"/>
            <a:ext cx="8111366" cy="45719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AB2D31F-0000-24C5-2CD7-A2F034920049}"/>
              </a:ext>
            </a:extLst>
          </p:cNvPr>
          <p:cNvSpPr txBox="1"/>
          <p:nvPr/>
        </p:nvSpPr>
        <p:spPr>
          <a:xfrm>
            <a:off x="62716" y="657851"/>
            <a:ext cx="3219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C23B7C2-580E-4A44-9BE1-F237B9D05FF4}"/>
              </a:ext>
            </a:extLst>
          </p:cNvPr>
          <p:cNvSpPr txBox="1"/>
          <p:nvPr/>
        </p:nvSpPr>
        <p:spPr>
          <a:xfrm>
            <a:off x="4151086" y="4397829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contexto</a:t>
            </a:r>
          </a:p>
        </p:txBody>
      </p:sp>
    </p:spTree>
    <p:extLst>
      <p:ext uri="{BB962C8B-B14F-4D97-AF65-F5344CB8AC3E}">
        <p14:creationId xmlns:p14="http://schemas.microsoft.com/office/powerpoint/2010/main" val="321422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EB3FC-FAEB-7E50-BA60-3FE0B27A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6E54B71E-DD6E-FED6-176B-ABE8B1269954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F974C54-4642-0998-AADF-A61D48F3827D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2F9F6696-D00A-9AE9-055E-D741D0F44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127459-9D5B-AF29-F453-1BC6295F87A5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E82EA58-A131-B534-BD16-5F609C3AED56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7AD0964-ED76-0004-5525-96B755B5E0E7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7E76E21-1A95-8BEC-AC8F-31F82FDCBE88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DA5B4E6-B335-6BAD-DF38-EB7F99848D2A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16D1DE9-4EF2-0896-475F-2ADDC7615D7F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F0BED834-085D-F749-BAE8-3EAF8C54FBDD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ABA973F-2DE7-CFBC-DAFC-7F9FDDC72454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74C86E27-5C4A-08B8-0C8D-4012F94BE8A5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DB92DDAF-C156-4034-E224-67A7A370D74D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2E1EBCD3-2CA4-A2BE-809D-D45A7F2F4A7C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7DC976DB-81E4-8201-9A2B-F87216D9604C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1" name="Elipse 20">
            <a:extLst>
              <a:ext uri="{FF2B5EF4-FFF2-40B4-BE49-F238E27FC236}">
                <a16:creationId xmlns:a16="http://schemas.microsoft.com/office/drawing/2014/main" id="{61D74835-40CB-5443-984B-1A009B7532B9}"/>
              </a:ext>
            </a:extLst>
          </p:cNvPr>
          <p:cNvSpPr/>
          <p:nvPr/>
        </p:nvSpPr>
        <p:spPr>
          <a:xfrm>
            <a:off x="3170487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C0E4BFC-7EF8-3A72-A43F-B53B249BFCA3}"/>
              </a:ext>
            </a:extLst>
          </p:cNvPr>
          <p:cNvSpPr/>
          <p:nvPr/>
        </p:nvSpPr>
        <p:spPr>
          <a:xfrm>
            <a:off x="3353881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A9869403-241B-9889-2B1D-C7D74D21227D}"/>
              </a:ext>
            </a:extLst>
          </p:cNvPr>
          <p:cNvSpPr/>
          <p:nvPr/>
        </p:nvSpPr>
        <p:spPr>
          <a:xfrm>
            <a:off x="3537275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986CCF8-BBC2-D9DA-13BA-5C362CDC1DF6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BEC5AAAB-6E4C-AA4A-B815-D6C055192EBF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E7C922E7-8413-7764-478E-EB4DCD51C59E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0DECD2C1-334F-FEF3-4722-66AD3187CE97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D9494204-9587-2B4E-83C7-CFDC26C49D4A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05DB8F8-D026-5A84-BA1D-8C40089CD12A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820B31D6-4D01-95FF-DE2A-6F9B8504DE61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BC6B9569-119C-1DAC-AF99-EF50F71FB3F1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9885225D-AE6B-E8A4-6B0C-BDB460766A5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EE6D93B0-145B-CCB0-EC6C-92739A1AFDB5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40C2C89-4B8E-A9FE-8A1B-5806DC01D02C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D27F76BC-60A4-7776-EE9B-98C8F6236919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158BCCEC-590E-AE70-615E-089B22B4D8CC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C24915B1-2531-1FD0-A3FF-9AC50ACF76C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BDB61079-D9C1-8F7B-506D-98D1A32F43DB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640C8783-FA02-B481-7A39-80F007694C75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7479F720-C393-2C68-4C3F-1BF52A487BE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35C5ED79-0B92-06AC-E116-0BF4A149962A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0CAE6B5D-E165-E3DF-727B-75DC42236904}"/>
              </a:ext>
            </a:extLst>
          </p:cNvPr>
          <p:cNvSpPr/>
          <p:nvPr/>
        </p:nvSpPr>
        <p:spPr>
          <a:xfrm>
            <a:off x="2612571" y="1011794"/>
            <a:ext cx="8781143" cy="4638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ECA66A-865A-98C1-BEF2-AC6882B42EE9}"/>
              </a:ext>
            </a:extLst>
          </p:cNvPr>
          <p:cNvSpPr txBox="1"/>
          <p:nvPr/>
        </p:nvSpPr>
        <p:spPr>
          <a:xfrm>
            <a:off x="62716" y="657851"/>
            <a:ext cx="3219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422752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3C6EA-4838-3AD1-0A3F-CBC96963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1EF3A3B4-5E1A-FA3B-A3D2-88279F5598CB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E3BF0390-3E4E-158C-1860-BB3FB5525852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D32FB06-50CC-FE1A-4EDE-4F9C36E68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B1B290C-D85A-CEB7-09CE-573A3F5CD78C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399285C-6179-1A82-EBCC-EFFA9A6AD81B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D6DE3F0-6FB4-7354-3AFC-49628CB98162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4674D30-5A3F-B61A-89EA-70FAEFA5A269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987BD6-F9B4-A1AC-8BE7-01433ACF74CE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050EF42-86FE-3D6F-B583-002B8ABEF688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A0475E7B-E3A0-421D-2680-6893FCBA971B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46C88A5-561B-625C-35EF-61426A4C474D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79E8D91A-A638-3035-6C34-34EA034FBBCD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28DB7A6F-0BEB-EBDB-B7CC-BDA9B7B02BE1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77749DF2-4718-F85C-6093-5BB1A0A80A03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2B4A458B-F210-5ED8-C98E-106E83814579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1" name="Elipse 20">
            <a:extLst>
              <a:ext uri="{FF2B5EF4-FFF2-40B4-BE49-F238E27FC236}">
                <a16:creationId xmlns:a16="http://schemas.microsoft.com/office/drawing/2014/main" id="{0DA55B3D-A977-75BF-2674-5F7D4E9DB6F0}"/>
              </a:ext>
            </a:extLst>
          </p:cNvPr>
          <p:cNvSpPr/>
          <p:nvPr/>
        </p:nvSpPr>
        <p:spPr>
          <a:xfrm>
            <a:off x="3170487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83F7BF9-9619-E654-016D-878728374EE3}"/>
              </a:ext>
            </a:extLst>
          </p:cNvPr>
          <p:cNvSpPr/>
          <p:nvPr/>
        </p:nvSpPr>
        <p:spPr>
          <a:xfrm>
            <a:off x="3353881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08EA3DAE-C036-2164-6384-24624060FD87}"/>
              </a:ext>
            </a:extLst>
          </p:cNvPr>
          <p:cNvSpPr/>
          <p:nvPr/>
        </p:nvSpPr>
        <p:spPr>
          <a:xfrm>
            <a:off x="3537275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6D0261D-0DDE-40F3-73EC-24533528AB97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E59D754D-7F26-187F-13A8-4AEBA2663486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B1ACC9C8-2A5B-D269-BB92-B597DA3E2A25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1A49C19E-0ABE-15F3-5893-F3C59343B818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4B6A0839-1766-D554-5D7D-7FFAD6DD5719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ABB95D1-E87F-1710-D76C-91E2A43592B5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A0D3A455-EB3F-57DA-0021-769431835CE8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5F48693C-4860-621A-E3EA-E06ED63F69A8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98291733-7F19-4CCE-56DD-22651F1E3B61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51076DB-7D63-1259-BCAC-0A90F87D0942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AE45D80-9822-0311-D812-D32B7D6F0D75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CB0F4009-2A42-27FA-522B-4D87BBFA0CEB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983D5C05-A681-B805-FC7B-4E7D8D02397E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E8E0BCDD-6882-F793-F078-0EAE94A815C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5BDF19C0-385C-0DF9-F36A-01AB8EFCEDDF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3C56B0B-8D9C-325A-D775-1E06D1A04645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50713EE9-1AE3-1C0D-39AE-EDBC281FBB1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8B22D3C6-8C14-92BA-597D-19B0BD55E21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5C5A2E27-5E59-CC03-E125-0D0E6CE5B52D}"/>
              </a:ext>
            </a:extLst>
          </p:cNvPr>
          <p:cNvSpPr/>
          <p:nvPr/>
        </p:nvSpPr>
        <p:spPr>
          <a:xfrm>
            <a:off x="2612571" y="1011794"/>
            <a:ext cx="8781143" cy="4638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C7785-3185-6418-598A-D1BF18771891}"/>
              </a:ext>
            </a:extLst>
          </p:cNvPr>
          <p:cNvSpPr txBox="1"/>
          <p:nvPr/>
        </p:nvSpPr>
        <p:spPr>
          <a:xfrm>
            <a:off x="62716" y="657851"/>
            <a:ext cx="3219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11463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5D214-598A-112A-1E18-EB95A150C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ABA461BB-665F-A80B-C0C7-55EA7B78ACED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C776AD89-D005-A189-5147-FEBEA075BC40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8C39827B-0DD0-6777-99BB-A264CA1C7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ED12A142-9A9C-17F7-B7B5-4007F55EBF12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5E714B0-CC72-700C-43E7-D5364844C09C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B857CCA-7719-8B12-5D85-9F747C352F40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B1DE0C7-4FBF-9285-C35C-0C9F45DCCC0C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27D824D-2805-2367-4B72-09B22D9EF44C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8E4B32F-5424-A10C-3686-9877E8E32FDC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863CF0A-022C-F201-BAB1-6ACC4DADFAC6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25FCA993-BDFF-5D69-2A1F-F479ECAEF2EA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F39E06D1-CE5C-8A6A-9060-BE0662C0935B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847097B-6F97-B48E-CE65-EECC7CE1A51F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E26821C-4567-7FBA-2ED8-00E2CC5E924B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BFBEDA21-79A7-1A33-2BA4-1A7AEDE977B1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1" name="Elipse 20">
            <a:extLst>
              <a:ext uri="{FF2B5EF4-FFF2-40B4-BE49-F238E27FC236}">
                <a16:creationId xmlns:a16="http://schemas.microsoft.com/office/drawing/2014/main" id="{3338FABC-9AED-E2A6-5153-E44339D437ED}"/>
              </a:ext>
            </a:extLst>
          </p:cNvPr>
          <p:cNvSpPr/>
          <p:nvPr/>
        </p:nvSpPr>
        <p:spPr>
          <a:xfrm>
            <a:off x="3170487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EAA415D1-F5C6-CD54-84E3-401A36B60011}"/>
              </a:ext>
            </a:extLst>
          </p:cNvPr>
          <p:cNvSpPr/>
          <p:nvPr/>
        </p:nvSpPr>
        <p:spPr>
          <a:xfrm>
            <a:off x="3353881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C094A40D-1CDC-17F4-E238-0DE812E5B30A}"/>
              </a:ext>
            </a:extLst>
          </p:cNvPr>
          <p:cNvSpPr/>
          <p:nvPr/>
        </p:nvSpPr>
        <p:spPr>
          <a:xfrm>
            <a:off x="3537275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AC322C9-5715-B6F9-CE09-CC0FE8905417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A48143D3-AF6F-CCC8-3079-D092A867C7D3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D1673984-DDC7-EC0A-673F-05D080F0606F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98EE628D-D8B7-CAAC-A1F0-07E510C6C978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7392BCC-B147-09D0-3458-DBB1BE67B311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7A3E66B-63A9-4CD8-0917-39C0D16C7AD3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4AB39555-0DD6-1A22-9B90-CC38B7754C2B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E067CD96-0457-9647-E78A-EA2B370C05A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B117A3B5-A269-ABDB-6421-B44598D78D1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31283571-665F-2C85-FB7A-8ECE54D6C179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0EA3B7D-95DA-EE90-8875-160A409DC4E0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4FD1E78A-5608-FB34-910E-B38CCD454032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DD5B1D8D-C812-AE82-9CDB-D2C83101A976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103C2324-15D2-41D7-CA68-027CBAC823A0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4C295F2D-FCB7-A96A-E9FE-D692F4B19446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DBEB68AD-827E-C08A-9E5D-F37D6DB719EA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955A105C-8156-F7BB-2586-EEE40E6E074C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1164FF44-D60C-F1CA-97E0-0426A913A2D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0A8450DD-EADF-F361-1AD5-0C9676B855F2}"/>
              </a:ext>
            </a:extLst>
          </p:cNvPr>
          <p:cNvSpPr/>
          <p:nvPr/>
        </p:nvSpPr>
        <p:spPr>
          <a:xfrm>
            <a:off x="2612571" y="1011794"/>
            <a:ext cx="8781143" cy="4638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3B6618-6590-ED8F-DDA6-FE83B23064AA}"/>
              </a:ext>
            </a:extLst>
          </p:cNvPr>
          <p:cNvSpPr txBox="1"/>
          <p:nvPr/>
        </p:nvSpPr>
        <p:spPr>
          <a:xfrm>
            <a:off x="62716" y="657851"/>
            <a:ext cx="3219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225211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38AE9-67D4-2B51-8403-FEC31298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A0CDC322-ECC4-545E-EC9D-02669EBFB898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5FAC3EBD-5EA9-85A6-F9F2-B6D53F8C5F47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0A83B4CE-0BB3-040F-B317-6B20ADC90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E4DBBA1-C595-E17D-C535-F521A2E4B473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40366F2-7847-8EB6-56FD-1680AF8664B7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D49F2A9-BEDD-4D93-DDE9-080A650BF256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7F03380-6D82-E960-EA5B-CB17E8B6D5FD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4EAD47-FB9A-24F5-9B36-21351FEBFEBE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8F5B6D9-8FE5-7E26-5FDD-AA326B349B9B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D4590A3-E948-0383-AA1D-71903BEDA9E2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BFE6DA1-1E59-8340-4D4D-A31008BAEBAF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7BC3DEEF-9A7D-5015-25E9-8C04EE4A6372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E69226C-1F30-C048-4D3B-DD3D193E730F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F987746C-426D-D62A-673C-D5B73B6C9EFE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BFF9B04D-85A8-6A28-7FB7-5614D32984C6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4FCD71C5-2F0C-BFF0-650F-FA7136367E2C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1EBD50D-E8C9-C296-3148-2951EA1C0418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35CA976D-9173-0526-7BAD-348F65F216B1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CF9F167-94B8-0C2B-F6F5-63AEDC3D4EAA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AFD5A08-27DE-7354-3ADC-EDC016DEEC01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12A021A3-3D33-7403-CFF5-648B350BC897}"/>
              </a:ext>
            </a:extLst>
          </p:cNvPr>
          <p:cNvSpPr/>
          <p:nvPr/>
        </p:nvSpPr>
        <p:spPr>
          <a:xfrm>
            <a:off x="4559841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C32B553C-EB1D-734F-1F61-39DB1AF609B9}"/>
              </a:ext>
            </a:extLst>
          </p:cNvPr>
          <p:cNvSpPr/>
          <p:nvPr/>
        </p:nvSpPr>
        <p:spPr>
          <a:xfrm>
            <a:off x="4743235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2A332AD-2014-17C2-7CD1-527569D780EC}"/>
              </a:ext>
            </a:extLst>
          </p:cNvPr>
          <p:cNvSpPr/>
          <p:nvPr/>
        </p:nvSpPr>
        <p:spPr>
          <a:xfrm>
            <a:off x="492662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9661086-69A1-5D90-0479-7692B27346E7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426EA200-DE6C-7DB0-B48F-161517371447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B5E17335-4A0F-E50D-AC0D-132A7ABC3214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2D626210-3ACA-507B-5782-FC68775BBD18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A3593C6D-4271-2912-79FC-B06D58A17772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BCD5EA8-3406-4B2C-7968-CFA51156A438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5AE4812E-07AE-7FF1-3625-F5187AFF4B91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B4DB736D-CDA1-F260-96D8-A9012BB7C11C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BCADCD4C-E932-1004-D173-194B20DE839A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EA5BA0B6-CE08-25D6-BBEA-3FB74697DA41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CA64DF9B-496D-9D8D-4941-F82528B57266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61F3DBF5-8DB9-6582-1EF1-733D764E58B8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659A1433-B25E-74C7-B329-67B25B3EECB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02EEFE8D-2F46-CDE4-090D-C4AE0F37706E}"/>
              </a:ext>
            </a:extLst>
          </p:cNvPr>
          <p:cNvSpPr/>
          <p:nvPr/>
        </p:nvSpPr>
        <p:spPr>
          <a:xfrm>
            <a:off x="6545943" y="996406"/>
            <a:ext cx="4847770" cy="61770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C8E44E6-A2FF-ADA7-F320-A5161978EB98}"/>
              </a:ext>
            </a:extLst>
          </p:cNvPr>
          <p:cNvSpPr txBox="1"/>
          <p:nvPr/>
        </p:nvSpPr>
        <p:spPr>
          <a:xfrm>
            <a:off x="62715" y="657851"/>
            <a:ext cx="8691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</p:spTree>
    <p:extLst>
      <p:ext uri="{BB962C8B-B14F-4D97-AF65-F5344CB8AC3E}">
        <p14:creationId xmlns:p14="http://schemas.microsoft.com/office/powerpoint/2010/main" val="2576654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E364E-CB06-3BC1-FD76-F47396C2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72095CE0-DFE2-5403-0CE3-8CBC8178C91F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2AD2C2A1-CE41-3AC2-82DB-1C49FEA84BC3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A131A6FB-BDC0-EBA9-5C66-94565DBD5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C7A4435-4611-6499-2184-2BF1F32AB670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6685B16-AE05-366C-13F9-0213A047AD32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7A54D8-A8D3-FE6E-6BD7-7B18873D2706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04C4C33-98AF-7B27-2172-9ED812F56B80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B89D4D4-61DA-04D9-0E77-C529D3C95A81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5B41026-D784-4ABB-AC50-1FD43A66084B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E0FF75C6-181A-5D34-AF4D-19EC1344B75D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93591C5-2D7B-19B4-5D4F-CEBD6232BA00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1FD482CA-58AC-5701-ED20-7312F72A5C20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281F5F6-0E49-EF1A-5200-43AEBCFB6A60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59E8381B-F42A-2733-7DD5-03B53269B088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A6DC2AC5-E98C-02B6-8F4A-437CE134502C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25262F93-D9F9-1FB9-E46A-0CF02C0F15D0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CF58D9-AF71-CDD8-7C2B-72BB289E6C23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7E991589-EDC0-B52F-3C2F-32FC1A985DE1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0CF898A5-2AE8-18D0-4832-0FEFDECFF911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28554EF-C3A2-DAA5-0390-631A075AA422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8CFAE5FB-C3F1-F62B-8292-EA8A544E1D82}"/>
              </a:ext>
            </a:extLst>
          </p:cNvPr>
          <p:cNvSpPr/>
          <p:nvPr/>
        </p:nvSpPr>
        <p:spPr>
          <a:xfrm>
            <a:off x="4559841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6AE50FCF-D824-D1DC-E19C-437D72CBCE39}"/>
              </a:ext>
            </a:extLst>
          </p:cNvPr>
          <p:cNvSpPr/>
          <p:nvPr/>
        </p:nvSpPr>
        <p:spPr>
          <a:xfrm>
            <a:off x="4743235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E8827D4-A9DD-A102-F70A-71C918462E84}"/>
              </a:ext>
            </a:extLst>
          </p:cNvPr>
          <p:cNvSpPr/>
          <p:nvPr/>
        </p:nvSpPr>
        <p:spPr>
          <a:xfrm>
            <a:off x="492662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7846B95-A819-2CB3-245A-69DDF0D990C9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2C7A2A2D-3917-A697-CF5F-DC343297D342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E035D0EB-5B1B-3555-EC3D-921D58F8CD46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131CF060-C1ED-74AA-B938-7267B4C5A73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2ADF670-0967-FD51-879F-530F6F189D33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546CB32-212A-3647-B6E1-55A94DE7447C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084D3D2A-5EAB-21D2-2F16-4976D07D14A6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10AC7129-93D9-04CD-BE90-47AA4EDA549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9BD3A178-CEDC-9523-ED83-59162C5427C2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727B0980-360C-A9BB-7C2D-D47C3CA9DE1A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48AB591B-A115-1F79-83AD-B6CC94C712BF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6D094288-0519-4A86-8E5A-D96FE2DF299B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9B01E9BB-22D8-73A3-0B9F-123506826D05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9F607BA0-1F0D-C1FF-C604-CAD9B3ACDB4D}"/>
              </a:ext>
            </a:extLst>
          </p:cNvPr>
          <p:cNvSpPr/>
          <p:nvPr/>
        </p:nvSpPr>
        <p:spPr>
          <a:xfrm>
            <a:off x="6545943" y="996406"/>
            <a:ext cx="4847770" cy="61770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20D4CA1-B811-8E29-8834-E632ACE12B97}"/>
              </a:ext>
            </a:extLst>
          </p:cNvPr>
          <p:cNvSpPr txBox="1"/>
          <p:nvPr/>
        </p:nvSpPr>
        <p:spPr>
          <a:xfrm>
            <a:off x="62715" y="657851"/>
            <a:ext cx="8691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</p:spTree>
    <p:extLst>
      <p:ext uri="{BB962C8B-B14F-4D97-AF65-F5344CB8AC3E}">
        <p14:creationId xmlns:p14="http://schemas.microsoft.com/office/powerpoint/2010/main" val="231074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78BEB-2757-EB14-43F4-94D69B5D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0230AA66-CCE7-5827-75EC-06E6C92D99F6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9C443BC-AE3B-FAF9-CA3B-8B7399EA5D06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0A3C66F-A6D4-79F9-1E7F-283CB8C49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8F2F62C-CB8A-35C5-F40B-8850C95CDC01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32B70F4-245E-1E41-7EEB-25AAD151A81A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6422FFA-DAF0-C1DE-28B8-89389BF76143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F102B-3FF9-12F3-E1AB-B924882C34DF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5C17A4E-9B93-00F8-07D8-A83F50E2CEF6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DEE9112-1C46-40F9-3492-9FA38B11CF4B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F689DF98-1458-479D-F67F-A6F0818D0C0F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26BFE5D4-D409-1C54-37E0-D5111EA4F3E7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D65F9D0B-C0EE-E55B-18EA-26496EA613C4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F415962F-823B-CECB-96BD-5CD4DF543FCF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10DB061F-5273-4E67-9934-F61A0D31F5EE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CE2D77F6-CCA6-6470-5DA9-4CB5C6192911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76DB1FFB-1AAD-7EB6-2125-BB4491139DA5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E25ECBA-4E22-2562-4A7C-36EBB44F5CFC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EC07A945-525A-F058-DBCF-2E38D941796B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BAC8ACE-D7B2-9A16-0394-A6340CC54B01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BAB42AB-32B9-68B6-57EE-2536CA3C25A4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D39F25D7-C275-D7E3-A6EC-D371A0871520}"/>
              </a:ext>
            </a:extLst>
          </p:cNvPr>
          <p:cNvSpPr/>
          <p:nvPr/>
        </p:nvSpPr>
        <p:spPr>
          <a:xfrm>
            <a:off x="4559841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D7AB9B7C-2362-3D20-54AC-B1F6CAFC2B22}"/>
              </a:ext>
            </a:extLst>
          </p:cNvPr>
          <p:cNvSpPr/>
          <p:nvPr/>
        </p:nvSpPr>
        <p:spPr>
          <a:xfrm>
            <a:off x="4743235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5A55D9E-5B05-6100-F529-BB05DE50810E}"/>
              </a:ext>
            </a:extLst>
          </p:cNvPr>
          <p:cNvSpPr/>
          <p:nvPr/>
        </p:nvSpPr>
        <p:spPr>
          <a:xfrm>
            <a:off x="4926629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D18F194-FAF5-345A-94C0-3C791A9D0BBB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2C8B6E11-07C4-A9D5-9CEE-E9F3DCCC1272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73FD8425-EA96-8A7A-6C04-BFB4380D76B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20D84ADB-17D8-D7D5-B00E-9FB8C193D500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13BC9EB-B6E7-1567-210A-2128C305CB63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3EC860D-77CF-2ABB-437E-148C137F877E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B80E8FA0-FDD4-A22B-CE5C-0332DC239948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B4620639-429A-D4C9-06A0-F1286C6CEBE3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56DFBB4A-66B0-A4C5-5620-5B2F4921780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38D7DB79-2FFD-3818-D995-3183B810049D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4DBCD40-DA8F-A826-1CBD-94103351C0DB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EF022450-FBB1-BD41-704D-DCA108378FB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4F283A27-F6CC-1B3B-D915-EADDC6432A1A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5A833213-A0C1-6CE8-4CF1-FA88493DFF38}"/>
              </a:ext>
            </a:extLst>
          </p:cNvPr>
          <p:cNvSpPr/>
          <p:nvPr/>
        </p:nvSpPr>
        <p:spPr>
          <a:xfrm>
            <a:off x="6545943" y="996406"/>
            <a:ext cx="4847770" cy="61770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6B12643-7717-D0A2-B31D-F25C41117CEE}"/>
              </a:ext>
            </a:extLst>
          </p:cNvPr>
          <p:cNvSpPr txBox="1"/>
          <p:nvPr/>
        </p:nvSpPr>
        <p:spPr>
          <a:xfrm>
            <a:off x="62715" y="657851"/>
            <a:ext cx="8691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</p:spTree>
    <p:extLst>
      <p:ext uri="{BB962C8B-B14F-4D97-AF65-F5344CB8AC3E}">
        <p14:creationId xmlns:p14="http://schemas.microsoft.com/office/powerpoint/2010/main" val="2586732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C52DD-4A46-4A3A-9CC5-2726BE8EF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B62FD083-B90B-BA3F-E829-8020610FF61F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38703E8-3C54-5B28-7E24-337D4DA52380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D8ADC29-B94D-CD8A-F836-C2FEC110C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1B5B30B-8521-E147-C549-352BE747194F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427B24E-F709-7A2B-3989-D9C0B0F09493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8468E34-94DC-CECF-2688-FED8F2527674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A4F3C92-5F37-31B3-544B-938788950A67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0001F96-4A52-86FD-F2C5-0B4A46D2F2B4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1257B7B-BE50-14AA-9A38-4A0FAA4EB7A4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CB92C992-A243-830A-BF34-E97EE4E307C0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323B8AD-8270-506F-9EA1-3F4B8F181E13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A888948B-31F2-16A8-B73D-7FA0D4EE2888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14890F10-87E2-E661-0CE1-DA3136B9B9B3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938F5077-C78F-8EB7-263C-289C34481994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B6C6F7A0-78C8-045E-2DAF-A3D65B5E0357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A1A19DEF-8D1A-8030-F689-31D08EB0F8B5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07CB7346-E5EC-945A-8BEE-6FAFD608FD9A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57CF78BF-B83D-9C80-CE08-ED0225C02FDD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2B542562-926D-57D6-628B-30354F10C4C4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2EBEDA3-061A-FE7B-7ED5-1B86C9EB7AB8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947C7D65-201B-363B-CDAC-3124342C5E72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5C9E38CE-0C58-F532-5DB3-3ACF5404DF3A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D238C6BB-4B28-4C1C-FC94-E55990D30AA9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EA036554-D6EE-EE0C-D074-FA2AA651F2A5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49C36C0-6F78-22DE-994D-A53E74198D24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5C7F7172-EC0D-03F5-313D-5D5947622C16}"/>
              </a:ext>
            </a:extLst>
          </p:cNvPr>
          <p:cNvSpPr/>
          <p:nvPr/>
        </p:nvSpPr>
        <p:spPr>
          <a:xfrm>
            <a:off x="7485250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E97F2554-E3B4-C929-D8B3-F9CBB7736F9E}"/>
              </a:ext>
            </a:extLst>
          </p:cNvPr>
          <p:cNvSpPr/>
          <p:nvPr/>
        </p:nvSpPr>
        <p:spPr>
          <a:xfrm>
            <a:off x="7668644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CFF383D-A711-D457-0CE5-8C41A8B12D77}"/>
              </a:ext>
            </a:extLst>
          </p:cNvPr>
          <p:cNvSpPr/>
          <p:nvPr/>
        </p:nvSpPr>
        <p:spPr>
          <a:xfrm>
            <a:off x="7852038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0D4B573-816A-31A8-A19E-F16CD27A12C0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75E55835-0D31-E744-B1BA-11C889F06CCE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36A05507-D25F-A24C-832F-28D5CC13F33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4740A04-1CC6-0271-FA12-70FA29C7236F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D845EC2B-670A-974D-F8FB-5BB2C0078D5C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6E509F91-5623-09FD-C666-A5850BFE76CD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EAA12DA2-A34E-6A81-7D6C-228478E298E8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7F8AE8A7-EAD4-41D1-C75F-2713D09AA578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BEFC0CA0-1AB3-BF9E-AEA7-F4212AE7FE48}"/>
              </a:ext>
            </a:extLst>
          </p:cNvPr>
          <p:cNvSpPr/>
          <p:nvPr/>
        </p:nvSpPr>
        <p:spPr>
          <a:xfrm>
            <a:off x="3722826" y="1011794"/>
            <a:ext cx="7670887" cy="4638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84D0AAA-62AA-1709-93B8-F60DEB1FA752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1655572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2EA47-F59D-E260-DD0F-BAE2185D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F5465DF2-436E-2184-A33E-6EC54591BDC1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E6C9C0A-6EEC-0F9F-69AD-0233E1FCB503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201B23DA-0325-4E3B-E635-BE74CCB6B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89CC88E-0E58-7D69-379C-FD1793966C80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9697FA6-344A-3E35-D93E-5C65F973725A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F8675E2-E15E-1BB8-07E5-322A4C24E868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14BFE6E-2574-19B9-5351-F88126AB1779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262C132-DDBD-BE0F-9866-CA080D1DCEDE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B2D2592-33A5-5A18-076C-7095339666DC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D7554759-87CE-D6CE-32BB-3F077FF774A6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5ED8E7F-1547-5D62-914F-AC0EDB6158B9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A9AF4DD2-C504-F5D2-6615-613FCC0297CD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85CE8F70-8E4F-4AD7-363B-3DE78F2BCA7B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1E2ABA8D-3764-7FE7-9D84-7CA445BF2EE1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874B151B-AB24-9F12-6D26-02155CEDD596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E0E09BA5-7C53-D347-4C8E-458BBD7E345D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89300573-0E2C-0C03-C4F8-70F63038B9EC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4DC12CE3-05C9-6EAB-0E1F-F6DEF86D93DF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9DAAD5A6-1889-7AAD-255C-E782710BCE27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B0C3120-C510-13EB-856B-5C0A2A122C77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914F92BB-B74B-CB96-7829-0404721808ED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7BDDD1FE-62AC-727F-4F6F-3E63AD046694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3D2C9C00-4C0B-1450-B3D7-6AE21C6FA459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EC7464A3-4590-B5B4-1A23-2F81E8A74BCC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AC309DC-A11B-1AD4-4DA3-64BD6910C43B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34306607-7E40-B056-1A8C-46FDE248F853}"/>
              </a:ext>
            </a:extLst>
          </p:cNvPr>
          <p:cNvSpPr/>
          <p:nvPr/>
        </p:nvSpPr>
        <p:spPr>
          <a:xfrm>
            <a:off x="7485250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B3B93254-B142-B38A-7F79-EEACEBC88D7D}"/>
              </a:ext>
            </a:extLst>
          </p:cNvPr>
          <p:cNvSpPr/>
          <p:nvPr/>
        </p:nvSpPr>
        <p:spPr>
          <a:xfrm>
            <a:off x="7668644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DC2EB24C-B62D-F9E6-B680-FF8627F40860}"/>
              </a:ext>
            </a:extLst>
          </p:cNvPr>
          <p:cNvSpPr/>
          <p:nvPr/>
        </p:nvSpPr>
        <p:spPr>
          <a:xfrm>
            <a:off x="7852038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21BAF4F-88EE-9A92-7507-B59DC6393ED4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513CB393-DAE0-A9F6-F44B-A344D2FAA456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7F1518D6-B323-A705-CE1D-759DF41FB5B1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CC8FA16C-3D1F-8625-E0AC-9AAEB4A75BF1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762DB760-D2B1-7CE9-1AFD-B72003301369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E6E748B-4A3C-782B-C371-6D7CF6CA9C3E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9361FC6A-7D17-E53C-2B6E-36AEC2847812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6114C517-BAE3-4BA2-0F3A-3E8E75ABF203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E0AB5157-F1D5-4069-0105-0A6DC518C2C3}"/>
              </a:ext>
            </a:extLst>
          </p:cNvPr>
          <p:cNvSpPr/>
          <p:nvPr/>
        </p:nvSpPr>
        <p:spPr>
          <a:xfrm>
            <a:off x="3722826" y="1011794"/>
            <a:ext cx="7670887" cy="4638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D4F03A6-927F-4BA6-A93D-F036E9761F64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1794305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09137-F024-2B48-11C5-6A427282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FE5CA583-17AA-923F-442B-2256541D46AB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69639B3-0860-4A14-7D9A-A9F437336242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D3E76CD1-7F74-325E-D931-4348EE3F5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859D1F1-E14E-1EAD-9142-2C324157172F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FEB8FDD-F0C3-D445-8F73-C276A4687113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B8E2449-22EF-CD71-BCC9-1776AF01FCA7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8FA335-9A83-D3E2-7DA0-95F5586150DC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D10C64A-B1EC-6099-BBB7-4FB88599896D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FE22258-EA6B-5797-4D96-E282CE9C7939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BEEB6BA-D1B1-86F0-A54C-9F5C0F074E46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4E844B9-A281-6BCD-385F-5E4640CAF7FD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C5D1FA23-D8F1-F459-92A4-3FE2A7688D33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8836880F-8E7F-9DC1-484D-D6522196999F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B954B842-ED4E-6E5C-3E5C-5FC43D286DBE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AE0BE900-5AA2-D41B-F0C4-16C3CDCF4808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E986C81C-5E7C-16BE-E917-0228EC6A3F8E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7100A93-4F34-60E4-A287-41589EDC249B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760DC3E7-E37A-FB64-BED3-E842E2D09FCA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CB9D9FB2-B040-A24E-FFC2-C181B12AC20B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9CFFADF-E5F7-D0FA-27F6-122DADEAE66C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D205BE9-6221-CB5F-E5F7-A2C0A32FC9EF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0C3F0CD-8F7E-75DE-C990-3E2830C1554D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63F6B275-99F2-FB19-5E19-5A96889B0DF8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33034E41-52B8-60F8-96D4-1185F03028C9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D5D41A9-1840-4977-AD07-C98A787A03A5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AE3E6645-1759-D1BB-074D-E7D1085A2951}"/>
              </a:ext>
            </a:extLst>
          </p:cNvPr>
          <p:cNvSpPr/>
          <p:nvPr/>
        </p:nvSpPr>
        <p:spPr>
          <a:xfrm>
            <a:off x="7485250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E9D75B34-B5D4-44C1-61FD-56E65DB689B0}"/>
              </a:ext>
            </a:extLst>
          </p:cNvPr>
          <p:cNvSpPr/>
          <p:nvPr/>
        </p:nvSpPr>
        <p:spPr>
          <a:xfrm>
            <a:off x="7668644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58F798F5-A253-B8A6-FD34-288761426212}"/>
              </a:ext>
            </a:extLst>
          </p:cNvPr>
          <p:cNvSpPr/>
          <p:nvPr/>
        </p:nvSpPr>
        <p:spPr>
          <a:xfrm>
            <a:off x="7852038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5B4540F-A253-3955-3908-F430FDE91BFD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CE9576BE-3AE0-ED0C-F75D-D56EA19FF7A1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A2572C68-F5D5-CBC2-B9EF-AD2526A296F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19345D7-AF8E-BE0B-FC04-A090FBD4667A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8B7BBFDC-4E5F-2A11-47D1-477890EE85B7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F85CCCC2-884A-351A-5578-85E3FF8C87A1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5A150589-4B6E-C66B-E57A-CD0521CBD427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F975A415-A44A-75EE-0AE9-719BC79CCA32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8A88122B-8200-57D5-8273-3F9C1148CFE1}"/>
              </a:ext>
            </a:extLst>
          </p:cNvPr>
          <p:cNvSpPr/>
          <p:nvPr/>
        </p:nvSpPr>
        <p:spPr>
          <a:xfrm>
            <a:off x="3722826" y="1011794"/>
            <a:ext cx="7670887" cy="4638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24CB3B5-F322-E201-021E-132A3405C914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3408549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BDD36-C7B6-3A3F-0A7E-146D9C60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FBD8AF43-DFFB-54FB-894C-AAF3275E615F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EC76FD51-6A5A-C338-9CD7-F1CDE4AB6EBD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935874E-7FB4-8F65-87A4-5368A1C2E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5E112A11-C5E9-D176-D0BE-CDA32C80DB26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CF55F4D-957F-B56A-D3E0-A098F61C5B75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26A6BD4-FC4F-9B71-CFC2-94C6657053B3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FE8D3DA-6A16-17AD-5063-2086B7524F8E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57C0208-1C6A-92AE-2DD4-8AFC39C70831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0DF71AA-AB6C-5C18-DBE8-A2828EAFBB76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2275637-6A15-1264-9D5E-7E4CC602C140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1BDDC7D-7F16-A074-3B5F-1927A55192C4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1BADB37B-1EA8-E5F4-9C50-7709C61C293B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89BD48C3-27DA-5CB8-95DD-7D7DA421FCF5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9FC462DC-2BAE-6E21-BD80-D8601E9FAFC3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41774732-547C-4045-A5CB-AB0B777C123D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C3CB709E-9E54-67F6-0A35-C5AB77FFE2DE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1BADCD8-C53E-9A7C-F036-BADD9B54218B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5A53E769-1090-A0DD-67B1-A2A83C054B65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06559DFF-1F68-16E6-701C-FA4426DC5B3B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AFEB021-77E4-74BD-AA80-70C8E024F069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0EDD2DB8-FFD1-4A59-5728-52D2F73190AA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B7657088-65E8-FCC9-A8B9-98C6BCEB6CB0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6B45BA4-31F9-6D3C-15BA-72F30106BA93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C9CBD2A2-6AC8-3D20-EC77-954CBEC2475E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34A789C-E919-A2D5-D31D-5AEB099915D5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F324D16F-BE9C-70D7-E896-C652AA369342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B9B7F9BC-3463-7C43-E769-D1A9F3EF7FB1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741CB200-0AB2-D7BC-A085-00295192C4A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13F0C23D-22BD-5C60-867D-E0B09D873C22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9357B50-8858-4573-2088-71F096F45C10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9602F4BC-43CA-AB9E-A026-0380413730E5}"/>
              </a:ext>
            </a:extLst>
          </p:cNvPr>
          <p:cNvSpPr/>
          <p:nvPr/>
        </p:nvSpPr>
        <p:spPr>
          <a:xfrm>
            <a:off x="9310128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263009AB-F129-E3BC-BD38-362F108CAC90}"/>
              </a:ext>
            </a:extLst>
          </p:cNvPr>
          <p:cNvSpPr/>
          <p:nvPr/>
        </p:nvSpPr>
        <p:spPr>
          <a:xfrm>
            <a:off x="9493522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F07E4316-8A56-8F56-FACC-6181630E31F0}"/>
              </a:ext>
            </a:extLst>
          </p:cNvPr>
          <p:cNvSpPr/>
          <p:nvPr/>
        </p:nvSpPr>
        <p:spPr>
          <a:xfrm>
            <a:off x="9676916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A6A8A3B7-1873-A288-682B-CBE8C6C43CED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A5CA1296-6748-8425-A143-3B8BEFBA519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FD91935A-3F62-068C-C33E-FEEEF5581937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2BB1634C-3127-D7E3-630C-B6474C1D90FB}"/>
              </a:ext>
            </a:extLst>
          </p:cNvPr>
          <p:cNvSpPr/>
          <p:nvPr/>
        </p:nvSpPr>
        <p:spPr>
          <a:xfrm flipV="1">
            <a:off x="3353881" y="1001026"/>
            <a:ext cx="8039832" cy="45719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A370BDE-C8BE-362C-EA4E-3E5D8D82C260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3198931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C103B-0619-2929-E160-2003E2E4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475F3EE9-4B3B-C932-5A02-27CDF80C692E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F3E473B-47A6-9BB0-F7B9-DAF4E7491DFF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4B64866-E8F7-EA4D-B3A5-23927F174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E4C320AC-D091-A643-F2FB-6D92ACC60FCF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6B8DBCB-C2C8-6E87-DF50-58A84A62AA4E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208E7B3-84A1-FF37-98F1-C27E03722388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EFDAE68-06D7-1F3C-9701-1F390DD61AAE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F5E0B6-E8C3-2CD4-45B6-E319ABB8FADC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8020CE1-6E3C-E099-3F66-F927C32ABCB7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68150EF-5C3E-F65A-2F75-8F06FC66D794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50BD8D0-B545-B899-F142-EF6EB16F0BB1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5B758964-FAC9-B7F2-6EC4-3856A824AFDB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A92C37BE-3E8D-0740-7C0C-FD4032BFB2BA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BE89D367-3C82-B182-87EB-31C8DBD2CECF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6053B08E-FB9D-4A32-3C28-DDD336693A03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8E9251B0-89B5-5B98-F5D5-CE74675B2F13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B0182DB0-0345-9094-445B-1F8B72BADBB8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936328F0-3911-1D53-669F-69CEC9ACF6CF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AD8B3794-57BD-41A6-DEF1-F7EBEA4C2058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7C57F02-1C80-1854-5602-5139236D5B23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15C6B160-22DF-2871-8872-2D390081F0C9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6988D967-7105-E17F-25B0-D60186E4A9F8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30270A43-72BE-EAE4-D6A9-9A984123F4DC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FF1EEFCB-5673-3FC0-FA40-DF110BCAF416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AEC515A-45CF-5C99-7400-76EBD2DE2D90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319242DA-17A5-10C1-0EA7-E26F49C76EF6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F087F77C-EFAE-8189-0515-7B7457CE0F50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8BBA997-C945-72EB-058B-8765F3BE442D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E9B9595-563E-F633-7A40-1CF778D7E2AB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7F85A02-B218-C402-2DA9-6BA96DFE1ED8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FE21F82D-BD9D-016E-EE14-E18172086D71}"/>
              </a:ext>
            </a:extLst>
          </p:cNvPr>
          <p:cNvSpPr/>
          <p:nvPr/>
        </p:nvSpPr>
        <p:spPr>
          <a:xfrm>
            <a:off x="9310128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C2D97CC7-5B0F-9BA1-2C54-639D8FB90AE0}"/>
              </a:ext>
            </a:extLst>
          </p:cNvPr>
          <p:cNvSpPr/>
          <p:nvPr/>
        </p:nvSpPr>
        <p:spPr>
          <a:xfrm>
            <a:off x="9493522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8FCB5A22-681C-3E1A-063C-B127388130D5}"/>
              </a:ext>
            </a:extLst>
          </p:cNvPr>
          <p:cNvSpPr/>
          <p:nvPr/>
        </p:nvSpPr>
        <p:spPr>
          <a:xfrm>
            <a:off x="9676916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973F39AD-FD61-30AE-9E86-2EC43B8FAF87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EDA576C2-0086-9245-7274-2C3716675E56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4DE58793-F0B2-FF89-7EC4-F27CC227F8F1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573F7CFD-6A4C-120E-7584-048D3E362A7A}"/>
              </a:ext>
            </a:extLst>
          </p:cNvPr>
          <p:cNvSpPr/>
          <p:nvPr/>
        </p:nvSpPr>
        <p:spPr>
          <a:xfrm>
            <a:off x="3353881" y="1011794"/>
            <a:ext cx="8039832" cy="46382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AF78962-3E99-CC89-2EB5-EF4B7A5E6A18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1268929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85E7E-C071-BF68-988A-CB4538B4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1E2848A6-C957-89EA-8F3E-323D10C70138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E13A0363-6264-DD92-1623-117FEF277E72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54C43EC5-4DD2-C55C-3D58-678AE11BC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0302305-C250-547B-A424-EA62211AA871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72ABA43-EF66-1037-9F0D-14E819511870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54CE38-467C-F329-D258-D4754E831935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4E358C7-640C-3399-8D34-36990B57A1FF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AF8A6DE-75F0-4F67-A615-05BBA1A85266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80F52A5-D87D-EF6E-7799-43E18FA32CF9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F3F31D2-B00B-6C60-BDFA-5B5531FEF6A7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95C8BA6-7366-DD48-884E-FA43931412B0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A3870E2E-C180-1169-DFCF-4A66AAA7872C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9F4BC224-E1BD-438A-C568-8D49E55848E9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F30BAF9C-F05D-03A0-6B37-77023E0E0786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E6FEE022-AB16-9FF5-6AB4-2D00F6D73951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FD0529AF-A235-E380-F4BB-EE1FBC7BFC7D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C0D929B-E089-970C-E482-95722107D48B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9B6ADD67-B2ED-15C7-DC47-2A8C94A3C0EF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E261E0C3-4FBB-44C6-E549-2C7E8D3D8558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A2CDCBC-10DE-E28D-818A-5E94826C0182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F06EC782-579A-35D0-4BC9-930212A91B77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5B5F47EB-1DEF-33B9-F7C2-1D1CE6E9092D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431878DD-D365-807D-9221-BDA80A99A367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384DCEC4-B5F4-498B-28D1-854B5AC0B689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866CB1C-A9EB-046F-FC96-7D64B163520E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4507E356-3ADD-7C31-CE2D-7E77C37A87A0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945AD383-750B-19D5-AE5C-EA682AE13D2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15E4865-7055-A197-A724-67637FFCFC81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DB342BD3-93F8-0727-6CC5-8AE907EC02FC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5922E3F-A11A-ACA9-8160-F3AE3C31506A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77884589-71EA-3B2C-9928-CD2FCBF35346}"/>
              </a:ext>
            </a:extLst>
          </p:cNvPr>
          <p:cNvSpPr/>
          <p:nvPr/>
        </p:nvSpPr>
        <p:spPr>
          <a:xfrm>
            <a:off x="9310128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9568891F-2EB8-B623-6794-B1BA409C5E61}"/>
              </a:ext>
            </a:extLst>
          </p:cNvPr>
          <p:cNvSpPr/>
          <p:nvPr/>
        </p:nvSpPr>
        <p:spPr>
          <a:xfrm>
            <a:off x="9493522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B3B2454F-DD0C-5D9C-667C-BC1842991A0D}"/>
              </a:ext>
            </a:extLst>
          </p:cNvPr>
          <p:cNvSpPr/>
          <p:nvPr/>
        </p:nvSpPr>
        <p:spPr>
          <a:xfrm>
            <a:off x="9676916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64C8BD18-C7F6-3CBC-90C0-2BBE986B0569}"/>
              </a:ext>
            </a:extLst>
          </p:cNvPr>
          <p:cNvGrpSpPr/>
          <p:nvPr/>
        </p:nvGrpSpPr>
        <p:grpSpPr>
          <a:xfrm>
            <a:off x="11005212" y="460598"/>
            <a:ext cx="296911" cy="113517"/>
            <a:chOff x="8181416" y="461569"/>
            <a:chExt cx="296911" cy="113517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B77D6EEE-C67B-500B-B869-C91CC9841AAF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E6F47B69-7AB6-4C2D-FA70-67E2672B086C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9C16EFB8-7B1E-B3AC-BBBE-54E5DEDDD010}"/>
              </a:ext>
            </a:extLst>
          </p:cNvPr>
          <p:cNvSpPr/>
          <p:nvPr/>
        </p:nvSpPr>
        <p:spPr>
          <a:xfrm>
            <a:off x="3353881" y="1011794"/>
            <a:ext cx="8039832" cy="46382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B216E17-BCD9-9D90-796A-31F1FAA8257C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865442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D31E8-E2F5-12C0-6CBC-A0252795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6737A0FC-5B58-9E0B-BE4E-7B1F5489DF7F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027D0E7-4BD1-FD6E-0D9F-368484C5C663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97FBEE6-1F60-ABE5-E60E-40929197F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2DE50783-812F-1D7E-ABB1-7368E863D9EF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38018F3-4D07-F09F-349D-841EDB465973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D317FB6-23A2-279B-1A2E-436B6C37988C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443325A-0AAD-4D9F-DDB1-4DF4AA045FF5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B4FE9F3-F7A3-3366-0F90-53EA2C9CAB6F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2621C40-13CC-5D9E-3DE8-0DAD11643BCE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26B36EA-7347-3769-4A6F-B0BB58BBC934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BB122E1-1021-CA11-3346-952AEC898E68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EB2D524C-E34D-548E-3023-563BF6D793B1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5FE3B542-CCC4-ED13-97E6-BC727F868F69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B3AF93A-7056-785A-61BE-9518EE62FF20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0794B76E-339B-FE50-3BF9-9C809837858E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FBC90F34-C75B-EC87-A811-3A7A1C836EED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9FCB817-C678-3114-BF79-66EAE8293EE5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23E2A5BB-7421-3BC7-432E-BDB5964AE1E0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7A2F6FB4-700B-B64D-286D-380F6E893906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D5B2298-FA9E-371A-E7DD-22BC4DAB4A39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00F53A25-D357-044E-1A88-769173B3A8B3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6FD498AA-4363-49A1-06DE-60451BCF64E1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6A10DD1E-2D84-A2AE-7E40-6806C27E5ADB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8FDA27AF-9C47-CC68-6D79-FC27CDB685C6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A43F8BC-03B6-859B-4B4A-08BBC00FDB1F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F24062E1-06AD-6CBC-8B62-3C3B356BE9EA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CE01CDEC-F5BC-872D-5454-C6295A10C3C5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44D70B1-BC0B-5E89-83D6-21783C53A207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9CD0EC-23CF-713A-241E-7B72C5C86BDB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FD96B0B6-F6E0-161E-64F2-3B6C31A30311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630AD54-EE97-4553-8B35-0AF8C619D744}"/>
              </a:ext>
            </a:extLst>
          </p:cNvPr>
          <p:cNvSpPr/>
          <p:nvPr/>
        </p:nvSpPr>
        <p:spPr>
          <a:xfrm>
            <a:off x="9310128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395D1415-27B5-57B3-FBE3-2153F1DF7010}"/>
              </a:ext>
            </a:extLst>
          </p:cNvPr>
          <p:cNvSpPr/>
          <p:nvPr/>
        </p:nvSpPr>
        <p:spPr>
          <a:xfrm>
            <a:off x="9493522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A7351D9A-F83A-F6B4-9D2F-D57A31C0EF2D}"/>
              </a:ext>
            </a:extLst>
          </p:cNvPr>
          <p:cNvSpPr/>
          <p:nvPr/>
        </p:nvSpPr>
        <p:spPr>
          <a:xfrm>
            <a:off x="9676916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0F93C60E-D1B8-715D-97FA-BA868E7968E8}"/>
              </a:ext>
            </a:extLst>
          </p:cNvPr>
          <p:cNvSpPr/>
          <p:nvPr/>
        </p:nvSpPr>
        <p:spPr>
          <a:xfrm>
            <a:off x="11005212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D1AF74BB-E585-A39E-0848-8BF2C37D8FFD}"/>
              </a:ext>
            </a:extLst>
          </p:cNvPr>
          <p:cNvSpPr/>
          <p:nvPr/>
        </p:nvSpPr>
        <p:spPr>
          <a:xfrm>
            <a:off x="11188606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5F43B0-02BF-D60C-9A7A-4181A1EA8023}"/>
              </a:ext>
            </a:extLst>
          </p:cNvPr>
          <p:cNvSpPr/>
          <p:nvPr/>
        </p:nvSpPr>
        <p:spPr>
          <a:xfrm>
            <a:off x="3353881" y="996405"/>
            <a:ext cx="8039832" cy="61771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E8B0764-2D35-22D2-D171-9762CA09D951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780283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chemeClr val="bg1"/>
            </a:gs>
            <a:gs pos="4000">
              <a:schemeClr val="bg2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5EEAF-6133-1334-0F38-2A1C4578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ipse 33">
            <a:extLst>
              <a:ext uri="{FF2B5EF4-FFF2-40B4-BE49-F238E27FC236}">
                <a16:creationId xmlns:a16="http://schemas.microsoft.com/office/drawing/2014/main" id="{A2B675A4-2CA8-6806-962C-0486921ED3F2}"/>
              </a:ext>
            </a:extLst>
          </p:cNvPr>
          <p:cNvSpPr/>
          <p:nvPr/>
        </p:nvSpPr>
        <p:spPr>
          <a:xfrm>
            <a:off x="-714854" y="1011794"/>
            <a:ext cx="2196853" cy="209581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617665F0-6D8B-82E3-3F9F-13FBF3F77EF7}"/>
              </a:ext>
            </a:extLst>
          </p:cNvPr>
          <p:cNvSpPr/>
          <p:nvPr/>
        </p:nvSpPr>
        <p:spPr>
          <a:xfrm>
            <a:off x="10826665" y="2059704"/>
            <a:ext cx="2099621" cy="2003058"/>
          </a:xfrm>
          <a:prstGeom prst="ellipse">
            <a:avLst/>
          </a:prstGeom>
          <a:noFill/>
          <a:ln>
            <a:solidFill>
              <a:srgbClr val="B4E5A2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CD815387-AA62-F141-839C-811C5DD59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60450"/>
            <a:ext cx="2510971" cy="89945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5A361420-A282-6AE9-25FC-CB77D8EE807C}"/>
              </a:ext>
            </a:extLst>
          </p:cNvPr>
          <p:cNvSpPr txBox="1"/>
          <p:nvPr/>
        </p:nvSpPr>
        <p:spPr>
          <a:xfrm>
            <a:off x="62716" y="40153"/>
            <a:ext cx="93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Agenda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432E77D-28FC-1A71-71A8-491AB1878D9A}"/>
              </a:ext>
            </a:extLst>
          </p:cNvPr>
          <p:cNvSpPr/>
          <p:nvPr/>
        </p:nvSpPr>
        <p:spPr>
          <a:xfrm>
            <a:off x="188319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AA1716C-F384-F973-DE92-F15114E34D0E}"/>
              </a:ext>
            </a:extLst>
          </p:cNvPr>
          <p:cNvSpPr txBox="1"/>
          <p:nvPr/>
        </p:nvSpPr>
        <p:spPr>
          <a:xfrm>
            <a:off x="1405959" y="40153"/>
            <a:ext cx="123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Introdução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9D3AB7F-A154-7AB4-7851-4C36CF635AF8}"/>
              </a:ext>
            </a:extLst>
          </p:cNvPr>
          <p:cNvSpPr txBox="1"/>
          <p:nvPr/>
        </p:nvSpPr>
        <p:spPr>
          <a:xfrm>
            <a:off x="3046880" y="40153"/>
            <a:ext cx="99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Objetivo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334CABF-A9A3-97BF-8532-317F7AA3BA2A}"/>
              </a:ext>
            </a:extLst>
          </p:cNvPr>
          <p:cNvSpPr txBox="1"/>
          <p:nvPr/>
        </p:nvSpPr>
        <p:spPr>
          <a:xfrm>
            <a:off x="9209388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Resultados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7658AD8-173B-2C92-0E4C-03E813D67256}"/>
              </a:ext>
            </a:extLst>
          </p:cNvPr>
          <p:cNvSpPr/>
          <p:nvPr/>
        </p:nvSpPr>
        <p:spPr>
          <a:xfrm>
            <a:off x="1" y="-6228"/>
            <a:ext cx="12191999" cy="46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FC56EEE7-020E-6DDC-B1EF-D06704D5B941}"/>
              </a:ext>
            </a:extLst>
          </p:cNvPr>
          <p:cNvSpPr/>
          <p:nvPr/>
        </p:nvSpPr>
        <p:spPr>
          <a:xfrm rot="17898412">
            <a:off x="9352315" y="1463585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2AA716C-F730-3493-921C-26C8BD7B7667}"/>
              </a:ext>
            </a:extLst>
          </p:cNvPr>
          <p:cNvSpPr/>
          <p:nvPr/>
        </p:nvSpPr>
        <p:spPr>
          <a:xfrm rot="17898412">
            <a:off x="11753881" y="5099814"/>
            <a:ext cx="876237" cy="876237"/>
          </a:xfrm>
          <a:prstGeom prst="roundRect">
            <a:avLst/>
          </a:prstGeom>
          <a:solidFill>
            <a:srgbClr val="B4E5A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9191C570-5E8D-6B10-B6A9-E4264FB93832}"/>
              </a:ext>
            </a:extLst>
          </p:cNvPr>
          <p:cNvGrpSpPr/>
          <p:nvPr/>
        </p:nvGrpSpPr>
        <p:grpSpPr>
          <a:xfrm>
            <a:off x="1539225" y="460598"/>
            <a:ext cx="483815" cy="113517"/>
            <a:chOff x="1539225" y="468431"/>
            <a:chExt cx="483815" cy="113517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D4A769D8-1C08-D2C9-4731-68FEB51E0D5B}"/>
                </a:ext>
              </a:extLst>
            </p:cNvPr>
            <p:cNvSpPr/>
            <p:nvPr/>
          </p:nvSpPr>
          <p:spPr>
            <a:xfrm>
              <a:off x="1539225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57F671D1-E781-9019-0B0E-4C0EEC1F1A63}"/>
                </a:ext>
              </a:extLst>
            </p:cNvPr>
            <p:cNvSpPr/>
            <p:nvPr/>
          </p:nvSpPr>
          <p:spPr>
            <a:xfrm>
              <a:off x="1724374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8B0893C3-6925-3EDD-05E5-60282BF9C251}"/>
                </a:ext>
              </a:extLst>
            </p:cNvPr>
            <p:cNvSpPr/>
            <p:nvPr/>
          </p:nvSpPr>
          <p:spPr>
            <a:xfrm>
              <a:off x="1909523" y="468431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B56E8897-D02A-302C-F88B-647416A731D5}"/>
              </a:ext>
            </a:extLst>
          </p:cNvPr>
          <p:cNvGrpSpPr/>
          <p:nvPr/>
        </p:nvGrpSpPr>
        <p:grpSpPr>
          <a:xfrm>
            <a:off x="3170487" y="460598"/>
            <a:ext cx="480305" cy="113517"/>
            <a:chOff x="3170487" y="485444"/>
            <a:chExt cx="480305" cy="113517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3F868F0F-14F5-B20F-5A2D-C28C7CFE7A2F}"/>
                </a:ext>
              </a:extLst>
            </p:cNvPr>
            <p:cNvSpPr/>
            <p:nvPr/>
          </p:nvSpPr>
          <p:spPr>
            <a:xfrm>
              <a:off x="3170487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802F6C70-7E25-B3BE-084B-C997A659EDE4}"/>
                </a:ext>
              </a:extLst>
            </p:cNvPr>
            <p:cNvSpPr/>
            <p:nvPr/>
          </p:nvSpPr>
          <p:spPr>
            <a:xfrm>
              <a:off x="3353881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CEAFC485-BD70-56DA-8977-6B18D97B64E8}"/>
                </a:ext>
              </a:extLst>
            </p:cNvPr>
            <p:cNvSpPr/>
            <p:nvPr/>
          </p:nvSpPr>
          <p:spPr>
            <a:xfrm>
              <a:off x="3537275" y="485444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2DC9D8D-27D0-0587-C244-458F329E18F9}"/>
              </a:ext>
            </a:extLst>
          </p:cNvPr>
          <p:cNvSpPr txBox="1"/>
          <p:nvPr/>
        </p:nvSpPr>
        <p:spPr>
          <a:xfrm>
            <a:off x="4444048" y="40153"/>
            <a:ext cx="2508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Fundamentação Teórica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CBB42F9A-A8DB-1B40-A114-B14C71F90818}"/>
              </a:ext>
            </a:extLst>
          </p:cNvPr>
          <p:cNvGrpSpPr/>
          <p:nvPr/>
        </p:nvGrpSpPr>
        <p:grpSpPr>
          <a:xfrm>
            <a:off x="4559841" y="460598"/>
            <a:ext cx="480305" cy="113517"/>
            <a:chOff x="4559841" y="432373"/>
            <a:chExt cx="480305" cy="113517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3AA6CE3A-ECC2-546D-20DF-4FCDE562E77D}"/>
                </a:ext>
              </a:extLst>
            </p:cNvPr>
            <p:cNvSpPr/>
            <p:nvPr/>
          </p:nvSpPr>
          <p:spPr>
            <a:xfrm>
              <a:off x="4559841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ED48F6D3-A882-40A7-12C7-DD2C70EFD07C}"/>
                </a:ext>
              </a:extLst>
            </p:cNvPr>
            <p:cNvSpPr/>
            <p:nvPr/>
          </p:nvSpPr>
          <p:spPr>
            <a:xfrm>
              <a:off x="4743235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092D4037-9356-E6EF-A075-C0A49A25A0B4}"/>
                </a:ext>
              </a:extLst>
            </p:cNvPr>
            <p:cNvSpPr/>
            <p:nvPr/>
          </p:nvSpPr>
          <p:spPr>
            <a:xfrm>
              <a:off x="4926629" y="432373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6E72979-947B-9DA2-0C91-1AF095A6F3A2}"/>
              </a:ext>
            </a:extLst>
          </p:cNvPr>
          <p:cNvSpPr txBox="1"/>
          <p:nvPr/>
        </p:nvSpPr>
        <p:spPr>
          <a:xfrm>
            <a:off x="7358179" y="40153"/>
            <a:ext cx="1445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Metodologia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489E4CD8-232E-248D-AD83-3984C4EA5AEF}"/>
              </a:ext>
            </a:extLst>
          </p:cNvPr>
          <p:cNvGrpSpPr/>
          <p:nvPr/>
        </p:nvGrpSpPr>
        <p:grpSpPr>
          <a:xfrm>
            <a:off x="7485250" y="460598"/>
            <a:ext cx="480305" cy="113517"/>
            <a:chOff x="8181416" y="461569"/>
            <a:chExt cx="480305" cy="113517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868F4767-12A8-B4CC-866B-0F7ED148A103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19DB9E97-DE37-38C9-E315-355FCFD298E7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04F10C33-366A-EA9A-BE57-A572669AB928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4F302811-ECD4-D0B3-5CEA-47E66A472908}"/>
              </a:ext>
            </a:extLst>
          </p:cNvPr>
          <p:cNvSpPr txBox="1"/>
          <p:nvPr/>
        </p:nvSpPr>
        <p:spPr>
          <a:xfrm>
            <a:off x="10891534" y="40153"/>
            <a:ext cx="127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7117CACA-E466-7B7A-D10A-5F5796DAF935}"/>
              </a:ext>
            </a:extLst>
          </p:cNvPr>
          <p:cNvGrpSpPr/>
          <p:nvPr/>
        </p:nvGrpSpPr>
        <p:grpSpPr>
          <a:xfrm>
            <a:off x="9310128" y="460598"/>
            <a:ext cx="480305" cy="113517"/>
            <a:chOff x="8181416" y="461569"/>
            <a:chExt cx="480305" cy="113517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0B02EE16-2EC2-15AD-A9E3-B99FDAFCE7E2}"/>
                </a:ext>
              </a:extLst>
            </p:cNvPr>
            <p:cNvSpPr/>
            <p:nvPr/>
          </p:nvSpPr>
          <p:spPr>
            <a:xfrm>
              <a:off x="8181416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43C4DC49-A48A-C03F-B005-8D1D590BB056}"/>
                </a:ext>
              </a:extLst>
            </p:cNvPr>
            <p:cNvSpPr/>
            <p:nvPr/>
          </p:nvSpPr>
          <p:spPr>
            <a:xfrm>
              <a:off x="8364810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5BF81354-75AE-1C79-46D6-30B111A0E264}"/>
                </a:ext>
              </a:extLst>
            </p:cNvPr>
            <p:cNvSpPr/>
            <p:nvPr/>
          </p:nvSpPr>
          <p:spPr>
            <a:xfrm>
              <a:off x="8548204" y="461569"/>
              <a:ext cx="113517" cy="113517"/>
            </a:xfrm>
            <a:prstGeom prst="ellipse">
              <a:avLst/>
            </a:prstGeom>
            <a:noFill/>
            <a:ln>
              <a:solidFill>
                <a:srgbClr val="132E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32E15"/>
                </a:solidFill>
              </a:endParaRPr>
            </a:p>
          </p:txBody>
        </p:sp>
      </p:grpSp>
      <p:sp>
        <p:nvSpPr>
          <p:cNvPr id="66" name="Elipse 65">
            <a:extLst>
              <a:ext uri="{FF2B5EF4-FFF2-40B4-BE49-F238E27FC236}">
                <a16:creationId xmlns:a16="http://schemas.microsoft.com/office/drawing/2014/main" id="{DB9F6AEA-A816-3CF8-00B4-939A22CC1CFD}"/>
              </a:ext>
            </a:extLst>
          </p:cNvPr>
          <p:cNvSpPr/>
          <p:nvPr/>
        </p:nvSpPr>
        <p:spPr>
          <a:xfrm>
            <a:off x="11005212" y="460598"/>
            <a:ext cx="113517" cy="113517"/>
          </a:xfrm>
          <a:prstGeom prst="ellipse">
            <a:avLst/>
          </a:prstGeom>
          <a:noFill/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4345003-939E-6AC3-7FF0-A18B7C086FF7}"/>
              </a:ext>
            </a:extLst>
          </p:cNvPr>
          <p:cNvSpPr/>
          <p:nvPr/>
        </p:nvSpPr>
        <p:spPr>
          <a:xfrm>
            <a:off x="11188606" y="460598"/>
            <a:ext cx="113517" cy="113517"/>
          </a:xfrm>
          <a:prstGeom prst="ellipse">
            <a:avLst/>
          </a:prstGeom>
          <a:solidFill>
            <a:srgbClr val="132E15"/>
          </a:solidFill>
          <a:ln>
            <a:solidFill>
              <a:srgbClr val="132E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32E15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DE33CF7-BB17-3EA2-1D3F-F2C052F07398}"/>
              </a:ext>
            </a:extLst>
          </p:cNvPr>
          <p:cNvSpPr/>
          <p:nvPr/>
        </p:nvSpPr>
        <p:spPr>
          <a:xfrm>
            <a:off x="3353881" y="1011794"/>
            <a:ext cx="8039832" cy="46382"/>
          </a:xfrm>
          <a:prstGeom prst="rect">
            <a:avLst/>
          </a:prstGeom>
          <a:gradFill flip="none" rotWithShape="1">
            <a:gsLst>
              <a:gs pos="65000">
                <a:srgbClr val="3F703C"/>
              </a:gs>
              <a:gs pos="100000">
                <a:srgbClr val="3F703C"/>
              </a:gs>
              <a:gs pos="100000">
                <a:srgbClr val="7DA97B"/>
              </a:gs>
              <a:gs pos="55000">
                <a:srgbClr val="7DA97B"/>
              </a:gs>
              <a:gs pos="43000">
                <a:srgbClr val="143116"/>
              </a:gs>
              <a:gs pos="0">
                <a:srgbClr val="112B13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1E806A0-AB09-294C-952B-EB1D872E84C4}"/>
              </a:ext>
            </a:extLst>
          </p:cNvPr>
          <p:cNvSpPr txBox="1"/>
          <p:nvPr/>
        </p:nvSpPr>
        <p:spPr>
          <a:xfrm>
            <a:off x="62715" y="657851"/>
            <a:ext cx="3433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32E1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2043744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193</Words>
  <Application>Microsoft Office PowerPoint</Application>
  <PresentationFormat>Widescreen</PresentationFormat>
  <Paragraphs>150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Miyata</dc:creator>
  <cp:lastModifiedBy>Guilherme Miyata</cp:lastModifiedBy>
  <cp:revision>1</cp:revision>
  <dcterms:created xsi:type="dcterms:W3CDTF">2025-11-11T02:06:37Z</dcterms:created>
  <dcterms:modified xsi:type="dcterms:W3CDTF">2025-11-11T06:26:56Z</dcterms:modified>
</cp:coreProperties>
</file>